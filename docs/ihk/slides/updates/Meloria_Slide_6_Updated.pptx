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619f67e9554abc" /><Relationship Type="http://schemas.openxmlformats.org/officeDocument/2006/relationships/extended-properties" Target="/docProps/app.xml" Id="Rc0eb6d9716764997" /><Relationship Type="http://schemas.openxmlformats.org/officeDocument/2006/relationships/officeDocument" Target="/ppt/presentation.xml" Id="Rf275411b726d4e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77af2673644066"/>
  </p:sldMasterIdLst>
  <p:notesMasterIdLst>
    <p:notesMasterId xmlns:r="http://schemas.openxmlformats.org/officeDocument/2006/relationships" r:id="R3314aa697b694d98"/>
  </p:notesMasterIdLst>
  <p:sldIdLst>
    <p:sldId xmlns:r="http://schemas.openxmlformats.org/officeDocument/2006/relationships" id="256" r:id="Rae7a13793d664a1b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fedd72236242ac" /><Relationship Type="http://schemas.openxmlformats.org/officeDocument/2006/relationships/slideMaster" Target="/ppt/slideMasters/slideMaster1.xml" Id="R3777af2673644066" /><Relationship Type="http://schemas.openxmlformats.org/officeDocument/2006/relationships/notesMaster" Target="/ppt/notesMasters/notesMaster1.xml" Id="R3314aa697b694d98" /><Relationship Type="http://schemas.openxmlformats.org/officeDocument/2006/relationships/presProps" Target="/ppt/presProps.xml" Id="R5ea40d5d903d4d9b" /><Relationship Type="http://schemas.openxmlformats.org/officeDocument/2006/relationships/tableStyles" Target="/ppt/tableStyles.xml" Id="R9bfad6f2b74d47de" /><Relationship Type="http://schemas.openxmlformats.org/officeDocument/2006/relationships/slide" Target="/ppt/slides/slide1.xml" Id="Rae7a13793d664a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d3655451ec44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b412ca184e4f27" /><Relationship Type="http://schemas.openxmlformats.org/officeDocument/2006/relationships/notesMaster" Target="/ppt/notesMasters/notesMaster1.xml" Id="Rf0ce38389f5d4a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 help customers shop with confidence, I tested the cart, order details and error messages.</a:t>
            </a:r>
          </a:p>
          <a:p xmlns:a="http://schemas.openxmlformats.org/drawingml/2006/main">
            <a:r>
              <a:t>I also improved text contrast and reduced page movement while the shop loads.</a:t>
            </a:r>
          </a:p>
          <a:p xmlns:a="http://schemas.openxmlformats.org/drawingml/2006/main">
            <a:r>
              <a:t>In this desktop check, Google PageSpeed Insights gave Meloria 99 for performance and 100 in the other three categories.</a:t>
            </a:r>
          </a:p>
          <a:p xmlns:a="http://schemas.openxmlformats.org/drawingml/2006/main">
            <a:r>
              <a:t>These results are encouraging, and I will continue testing accessibility manually.</a:t>
            </a:r>
          </a:p>
          <a:p xmlns:a="http://schemas.openxmlformats.org/drawingml/2006/main">
            <a:r>
              <a:t>Customer order details stay separate from the public catalogue.</a:t>
            </a:r>
          </a:p>
          <a:p xmlns:a="http://schemas.openxmlformats.org/drawingml/2006/main">
            <a:r>
              <a:t>I used AI assistance and reviewed the changes myself.</a:t>
            </a:r>
          </a:p>
          <a:p xmlns:a="http://schemas.openxmlformats.org/drawingml/2006/main">
            <a:r>
              <a:t>These checks give me a foundation for Meloria's next steps.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https://pagespeed.web.dev/analysis/https-www-meloria-pp-ua/gil615rffp?form_factor=desktop</a:t>
            </a:r>
          </a:p>
          <a:p xmlns:a="http://schemas.openxmlformats.org/drawingml/2006/main">
            <a:r>
              <a:t>Report captured 23 October 2026, 12:31 GMT+2. Desktop scores only. Mobile performance in the same report is 73. Results vary by run and device. Accessibility 100 is an automated score, not a complete manual audit.</a:t>
            </a:r>
          </a:p>
          <a:p xmlns:a="http://schemas.openxmlformats.org/drawingml/2006/main">
            <a:r>
              <a:t>82 tests passed in the last local test run. Original visual reference: user-supplied Meloria_Shop_IHK_Presentation.pdf, page 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e7be32c75b47d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c8ec01bddd404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3362efe05840c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77ac3edde7445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13febcc94740b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7295df749945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6D44D60-23C6-428B-A67D-7EFD36536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3C2A971-6DDF-40CE-9FAB-BBAB8AAC0B5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D32CC09-BF3B-43D0-B97B-1EDBD6136C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5A7F8BF-1165-4EB9-93D8-AB301262FC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EF0F9D8-300F-4398-A547-8DAE8229EC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6FDD775-EFB5-4B4B-BB31-D1BDF47E37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AE488B6-08EF-4162-BFED-FFC8901D24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E63D32F-C5B6-4373-A1F1-F95F3D2854D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A94A42-2B61-4592-9F92-0B5C769BD1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E08E928-21E8-42C1-80CB-B8534AE0FA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6328eddbbe4de7" /><Relationship Type="http://schemas.openxmlformats.org/officeDocument/2006/relationships/slideLayout" Target="/ppt/slideLayouts/slideLayout1.xml" Id="Rf9344cb581cd46e9" /><Relationship Type="http://schemas.openxmlformats.org/officeDocument/2006/relationships/slideLayout" Target="/ppt/slideLayouts/slideLayout2.xml" Id="R4b8688bb42194929" /><Relationship Type="http://schemas.openxmlformats.org/officeDocument/2006/relationships/slideLayout" Target="/ppt/slideLayouts/slideLayout3.xml" Id="Rc28711ca0d814dc9" /><Relationship Type="http://schemas.openxmlformats.org/officeDocument/2006/relationships/slideLayout" Target="/ppt/slideLayouts/slideLayout4.xml" Id="Rccf6205aa3e44b0e" /><Relationship Type="http://schemas.openxmlformats.org/officeDocument/2006/relationships/slideLayout" Target="/ppt/slideLayouts/slideLayout5.xml" Id="Rb2f6ccbd8a4c48d1" /><Relationship Type="http://schemas.openxmlformats.org/officeDocument/2006/relationships/slideLayout" Target="/ppt/slideLayouts/slideLayout6.xml" Id="R10e9c76aa9ce46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344cb581cd46e9"/>
    <p:sldLayoutId xmlns:r="http://schemas.openxmlformats.org/officeDocument/2006/relationships" id="2147483650" r:id="R4b8688bb42194929"/>
    <p:sldLayoutId xmlns:r="http://schemas.openxmlformats.org/officeDocument/2006/relationships" id="2147483651" r:id="Rc28711ca0d814dc9"/>
    <p:sldLayoutId xmlns:r="http://schemas.openxmlformats.org/officeDocument/2006/relationships" id="2147483652" r:id="Rccf6205aa3e44b0e"/>
    <p:sldLayoutId xmlns:r="http://schemas.openxmlformats.org/officeDocument/2006/relationships" id="2147483653" r:id="Rb2f6ccbd8a4c48d1"/>
    <p:sldLayoutId xmlns:r="http://schemas.openxmlformats.org/officeDocument/2006/relationships" id="2147483654" r:id="R10e9c76aa9ce46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2ef7f8a1f54ef6" /><Relationship Type="http://schemas.openxmlformats.org/officeDocument/2006/relationships/image" Target="/ppt/media/image.jpeg" Id="Rc073dbe339a94f30" /><Relationship Type="http://schemas.openxmlformats.org/officeDocument/2006/relationships/hyperlink" Target="https://pagespeed.web.dev/analysis/https-www-meloria-pp-ua/gil615rffp?form_factor=desktop" TargetMode="External" Id="Rd7a6c7b852494bfa" /><Relationship Type="http://schemas.openxmlformats.org/officeDocument/2006/relationships/hyperlink" Target="https://www.meloria.pp.ua/" TargetMode="External" Id="Rcd9722459c7447da" /><Relationship Type="http://schemas.openxmlformats.org/officeDocument/2006/relationships/hyperlink" Target="https://github.com/OlhaKhodakivska/meloria-shop" TargetMode="External" Id="Rc0de1fcea9734331" /><Relationship Type="http://schemas.openxmlformats.org/officeDocument/2006/relationships/notesSlide" Target="/ppt/notesSlides/notesSlide1.xml" Id="R5b539d930e1549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EF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original-white-panel">
            <a:extLst xmlns:a="http://schemas.openxmlformats.org/drawingml/2006/main">
              <a:ext uri="{FF2B5EF4-FFF2-40B4-BE49-F238E27FC236}">
                <a16:creationId xmlns:a16="http://schemas.microsoft.com/office/drawing/2014/main" id="{B71393A2-1390-4EDD-BF8D-FC0F06E4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66700"/>
            <a:ext cx="14630400" cy="8039100"/>
          </a:xfrm>
          <a:prstGeom xmlns:a="http://schemas.openxmlformats.org/drawingml/2006/main" prst="roundRect">
            <a:avLst>
              <a:gd name="adj" fmla="val 33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7CFC1380-7104-4AD0-BE67-7C7CFBF3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142446"/>
                </a:solidFill>
                <a:latin typeface="Lato"/>
                <a:ea typeface="Lato"/>
                <a:cs typeface="Lato"/>
              </a:defRPr>
            </a:defPPr>
            <a:lvl1pPr>
              <a:defRPr sz="2100" b="1">
                <a:solidFill>
                  <a:srgbClr val="142446"/>
                </a:solidFill>
                <a:latin typeface="Lato"/>
                <a:ea typeface="Lato"/>
                <a:cs typeface="Lato"/>
              </a:defRPr>
            </a:lvl1pPr>
            <a:lvl2pPr>
              <a:defRPr sz="2100" b="1">
                <a:solidFill>
                  <a:srgbClr val="142446"/>
                </a:solidFill>
                <a:latin typeface="Lato"/>
                <a:ea typeface="Lato"/>
                <a:cs typeface="Lato"/>
              </a:defRPr>
            </a:lvl2pPr>
            <a:lvl3pPr>
              <a:defRPr sz="2100" b="1">
                <a:solidFill>
                  <a:srgbClr val="142446"/>
                </a:solidFill>
                <a:latin typeface="Lato"/>
                <a:ea typeface="Lato"/>
                <a:cs typeface="Lato"/>
              </a:defRPr>
            </a:lvl3pPr>
            <a:lvl4pPr>
              <a:defRPr sz="2100" b="1">
                <a:solidFill>
                  <a:srgbClr val="142446"/>
                </a:solidFill>
                <a:latin typeface="Lato"/>
                <a:ea typeface="Lato"/>
                <a:cs typeface="Lato"/>
              </a:defRPr>
            </a:lvl4pPr>
            <a:lvl5pPr>
              <a:defRPr sz="2100" b="1">
                <a:solidFill>
                  <a:srgbClr val="142446"/>
                </a:solidFill>
                <a:latin typeface="Lato"/>
                <a:ea typeface="Lato"/>
                <a:cs typeface="Lato"/>
              </a:defRPr>
            </a:lvl5pPr>
            <a:lvl6pPr>
              <a:defRPr sz="2100" b="1">
                <a:solidFill>
                  <a:srgbClr val="142446"/>
                </a:solidFill>
                <a:latin typeface="Lato"/>
                <a:ea typeface="Lato"/>
                <a:cs typeface="Lato"/>
              </a:defRPr>
            </a:lvl6pPr>
            <a:lvl7pPr>
              <a:defRPr sz="2100" b="1">
                <a:solidFill>
                  <a:srgbClr val="142446"/>
                </a:solidFill>
                <a:latin typeface="Lato"/>
                <a:ea typeface="Lato"/>
                <a:cs typeface="Lato"/>
              </a:defRPr>
            </a:lvl7pPr>
            <a:lvl8pPr>
              <a:defRPr sz="2100" b="1">
                <a:solidFill>
                  <a:srgbClr val="142446"/>
                </a:solidFill>
                <a:latin typeface="Lato"/>
                <a:ea typeface="Lato"/>
                <a:cs typeface="Lato"/>
              </a:defRPr>
            </a:lvl8pPr>
            <a:lvl9pPr>
              <a:defRPr sz="2100" b="1">
                <a:solidFill>
                  <a:srgbClr val="142446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2446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142446"/>
                </a:solidFill>
                <a:latin typeface="Lato"/>
                <a:ea typeface="Lato"/>
                <a:cs typeface="Lato"/>
              </a:rPr>
              <a:t>MELORIA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EE6C2EC-E485-4159-855A-A853AA91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571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536173"/>
                </a:solidFill>
                <a:latin typeface="Lato"/>
                <a:ea typeface="Lato"/>
                <a:cs typeface="Lato"/>
              </a:defRPr>
            </a:defPPr>
            <a:lvl1pPr>
              <a:defRPr sz="1500" b="0">
                <a:solidFill>
                  <a:srgbClr val="536173"/>
                </a:solidFill>
                <a:latin typeface="Lato"/>
                <a:ea typeface="Lato"/>
                <a:cs typeface="Lato"/>
              </a:defRPr>
            </a:lvl1pPr>
            <a:lvl2pPr>
              <a:defRPr sz="1500" b="0">
                <a:solidFill>
                  <a:srgbClr val="536173"/>
                </a:solidFill>
                <a:latin typeface="Lato"/>
                <a:ea typeface="Lato"/>
                <a:cs typeface="Lato"/>
              </a:defRPr>
            </a:lvl2pPr>
            <a:lvl3pPr>
              <a:defRPr sz="1500" b="0">
                <a:solidFill>
                  <a:srgbClr val="536173"/>
                </a:solidFill>
                <a:latin typeface="Lato"/>
                <a:ea typeface="Lato"/>
                <a:cs typeface="Lato"/>
              </a:defRPr>
            </a:lvl3pPr>
            <a:lvl4pPr>
              <a:defRPr sz="1500" b="0">
                <a:solidFill>
                  <a:srgbClr val="536173"/>
                </a:solidFill>
                <a:latin typeface="Lato"/>
                <a:ea typeface="Lato"/>
                <a:cs typeface="Lato"/>
              </a:defRPr>
            </a:lvl4pPr>
            <a:lvl5pPr>
              <a:defRPr sz="1500" b="0">
                <a:solidFill>
                  <a:srgbClr val="536173"/>
                </a:solidFill>
                <a:latin typeface="Lato"/>
                <a:ea typeface="Lato"/>
                <a:cs typeface="Lato"/>
              </a:defRPr>
            </a:lvl5pPr>
            <a:lvl6pPr>
              <a:defRPr sz="1500" b="0">
                <a:solidFill>
                  <a:srgbClr val="536173"/>
                </a:solidFill>
                <a:latin typeface="Lato"/>
                <a:ea typeface="Lato"/>
                <a:cs typeface="Lato"/>
              </a:defRPr>
            </a:lvl6pPr>
            <a:lvl7pPr>
              <a:defRPr sz="1500" b="0">
                <a:solidFill>
                  <a:srgbClr val="536173"/>
                </a:solidFill>
                <a:latin typeface="Lato"/>
                <a:ea typeface="Lato"/>
                <a:cs typeface="Lato"/>
              </a:defRPr>
            </a:lvl7pPr>
            <a:lvl8pPr>
              <a:defRPr sz="1500" b="0">
                <a:solidFill>
                  <a:srgbClr val="536173"/>
                </a:solidFill>
                <a:latin typeface="Lato"/>
                <a:ea typeface="Lato"/>
                <a:cs typeface="Lato"/>
              </a:defRPr>
            </a:lvl8pPr>
            <a:lvl9pPr>
              <a:defRPr sz="1500" b="0">
                <a:solidFill>
                  <a:srgbClr val="5361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173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536173"/>
                </a:solidFill>
                <a:latin typeface="Lato"/>
                <a:ea typeface="Lato"/>
                <a:cs typeface="Lato"/>
              </a:rPr>
              <a:t>06 / 07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73F4AC3-80CF-49C7-8D38-5B175ACC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333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00" b="1">
                <a:solidFill>
                  <a:srgbClr val="142446"/>
                </a:solidFill>
                <a:latin typeface="Lato"/>
                <a:ea typeface="Lato"/>
                <a:cs typeface="Lato"/>
              </a:defRPr>
            </a:defPPr>
            <a:lvl1pPr>
              <a:defRPr sz="3600" b="1">
                <a:solidFill>
                  <a:srgbClr val="142446"/>
                </a:solidFill>
                <a:latin typeface="Lato"/>
                <a:ea typeface="Lato"/>
                <a:cs typeface="Lato"/>
              </a:defRPr>
            </a:lvl1pPr>
            <a:lvl2pPr>
              <a:defRPr sz="3600" b="1">
                <a:solidFill>
                  <a:srgbClr val="142446"/>
                </a:solidFill>
                <a:latin typeface="Lato"/>
                <a:ea typeface="Lato"/>
                <a:cs typeface="Lato"/>
              </a:defRPr>
            </a:lvl2pPr>
            <a:lvl3pPr>
              <a:defRPr sz="3600" b="1">
                <a:solidFill>
                  <a:srgbClr val="142446"/>
                </a:solidFill>
                <a:latin typeface="Lato"/>
                <a:ea typeface="Lato"/>
                <a:cs typeface="Lato"/>
              </a:defRPr>
            </a:lvl3pPr>
            <a:lvl4pPr>
              <a:defRPr sz="3600" b="1">
                <a:solidFill>
                  <a:srgbClr val="142446"/>
                </a:solidFill>
                <a:latin typeface="Lato"/>
                <a:ea typeface="Lato"/>
                <a:cs typeface="Lato"/>
              </a:defRPr>
            </a:lvl4pPr>
            <a:lvl5pPr>
              <a:defRPr sz="3600" b="1">
                <a:solidFill>
                  <a:srgbClr val="142446"/>
                </a:solidFill>
                <a:latin typeface="Lato"/>
                <a:ea typeface="Lato"/>
                <a:cs typeface="Lato"/>
              </a:defRPr>
            </a:lvl5pPr>
            <a:lvl6pPr>
              <a:defRPr sz="3600" b="1">
                <a:solidFill>
                  <a:srgbClr val="142446"/>
                </a:solidFill>
                <a:latin typeface="Lato"/>
                <a:ea typeface="Lato"/>
                <a:cs typeface="Lato"/>
              </a:defRPr>
            </a:lvl6pPr>
            <a:lvl7pPr>
              <a:defRPr sz="3600" b="1">
                <a:solidFill>
                  <a:srgbClr val="142446"/>
                </a:solidFill>
                <a:latin typeface="Lato"/>
                <a:ea typeface="Lato"/>
                <a:cs typeface="Lato"/>
              </a:defRPr>
            </a:lvl7pPr>
            <a:lvl8pPr>
              <a:defRPr sz="3600" b="1">
                <a:solidFill>
                  <a:srgbClr val="142446"/>
                </a:solidFill>
                <a:latin typeface="Lato"/>
                <a:ea typeface="Lato"/>
                <a:cs typeface="Lato"/>
              </a:defRPr>
            </a:lvl8pPr>
            <a:lvl9pPr>
              <a:defRPr sz="3600" b="1">
                <a:solidFill>
                  <a:srgbClr val="142446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2446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142446"/>
                </a:solidFill>
                <a:latin typeface="Lato"/>
                <a:ea typeface="Lato"/>
                <a:cs typeface="Lato"/>
              </a:rPr>
              <a:t>QA, Accessibility &amp; Ethics</a:t>
            </a:r>
          </a:p>
        </p:txBody>
      </p:sp>
      <p:sp>
        <p:nvSpPr>
          <p:cNvPr id="5" name="test-result-panel">
            <a:extLst xmlns:a="http://schemas.openxmlformats.org/drawingml/2006/main">
              <a:ext uri="{FF2B5EF4-FFF2-40B4-BE49-F238E27FC236}">
                <a16:creationId xmlns:a16="http://schemas.microsoft.com/office/drawing/2014/main" id="{15BDA6AA-5003-44E0-B647-C5F4FADD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476750" cy="2286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42446"/>
          </a:solidFill>
          <a:ln xmlns:a="http://schemas.openxmlformats.org/drawingml/2006/main" w="0">
            <a:noFill/>
          </a:ln>
        </p:spPr>
      </p:sp>
      <p:sp>
        <p:nvSpPr>
          <p:cNvPr id="6" name="tests-number">
            <a:extLst xmlns:a="http://schemas.openxmlformats.org/drawingml/2006/main">
              <a:ext uri="{FF2B5EF4-FFF2-40B4-BE49-F238E27FC236}">
                <a16:creationId xmlns:a16="http://schemas.microsoft.com/office/drawing/2014/main" id="{6C68B82C-35C0-446A-8D04-A38FAC15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342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63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defPPr>
            <a:lvl1pPr>
              <a:defRPr sz="63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lvl1pPr>
            <a:lvl2pPr>
              <a:defRPr sz="63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lvl2pPr>
            <a:lvl3pPr>
              <a:defRPr sz="63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lvl3pPr>
            <a:lvl4pPr>
              <a:defRPr sz="63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lvl4pPr>
            <a:lvl5pPr>
              <a:defRPr sz="63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lvl5pPr>
            <a:lvl6pPr>
              <a:defRPr sz="63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lvl6pPr>
            <a:lvl7pPr>
              <a:defRPr sz="63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lvl7pPr>
            <a:lvl8pPr>
              <a:defRPr sz="63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lvl8pPr>
            <a:lvl9pPr>
              <a:defRPr sz="63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defRPr sz="63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6300" b="0">
                <a:solidFill>
                  <a:srgbClr val="FFFFFF"/>
                </a:solidFill>
                <a:latin typeface="Lato"/>
                <a:ea typeface="Lato"/>
                <a:cs typeface="Lato"/>
              </a:rPr>
              <a:t>82</a:t>
            </a:r>
          </a:p>
        </p:txBody>
      </p:sp>
      <p:sp>
        <p:nvSpPr>
          <p:cNvPr id="7" name="tests-label">
            <a:extLst xmlns:a="http://schemas.openxmlformats.org/drawingml/2006/main">
              <a:ext uri="{FF2B5EF4-FFF2-40B4-BE49-F238E27FC236}">
                <a16:creationId xmlns:a16="http://schemas.microsoft.com/office/drawing/2014/main" id="{49E340D2-6C87-4AB0-8DD3-537121F6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1470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defPPr>
            <a:lvl1pPr>
              <a:defRPr sz="225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lvl1pPr>
            <a:lvl2pPr>
              <a:defRPr sz="225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lvl2pPr>
            <a:lvl3pPr>
              <a:defRPr sz="225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lvl3pPr>
            <a:lvl4pPr>
              <a:defRPr sz="225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lvl4pPr>
            <a:lvl5pPr>
              <a:defRPr sz="225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lvl5pPr>
            <a:lvl6pPr>
              <a:defRPr sz="225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lvl6pPr>
            <a:lvl7pPr>
              <a:defRPr sz="225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lvl7pPr>
            <a:lvl8pPr>
              <a:defRPr sz="225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lvl8pPr>
            <a:lvl9pPr>
              <a:defRPr sz="225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2250" b="1">
                <a:solidFill>
                  <a:srgbClr val="FFFFFF"/>
                </a:solidFill>
                <a:latin typeface="Lato"/>
                <a:ea typeface="Lato"/>
                <a:cs typeface="Lato"/>
              </a:rPr>
              <a:t>automated tests passed</a:t>
            </a:r>
          </a:p>
        </p:txBody>
      </p:sp>
      <p:sp>
        <p:nvSpPr>
          <p:cNvPr id="8" name="quality-heading">
            <a:extLst xmlns:a="http://schemas.openxmlformats.org/drawingml/2006/main">
              <a:ext uri="{FF2B5EF4-FFF2-40B4-BE49-F238E27FC236}">
                <a16:creationId xmlns:a16="http://schemas.microsoft.com/office/drawing/2014/main" id="{09BFD599-1DD2-48E1-A5D8-E9508E09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142446"/>
                </a:solidFill>
                <a:latin typeface="Lato"/>
                <a:ea typeface="Lato"/>
                <a:cs typeface="Lato"/>
              </a:defRPr>
            </a:defPPr>
            <a:lvl1pPr>
              <a:defRPr sz="2250" b="1">
                <a:solidFill>
                  <a:srgbClr val="142446"/>
                </a:solidFill>
                <a:latin typeface="Lato"/>
                <a:ea typeface="Lato"/>
                <a:cs typeface="Lato"/>
              </a:defRPr>
            </a:lvl1pPr>
            <a:lvl2pPr>
              <a:defRPr sz="2250" b="1">
                <a:solidFill>
                  <a:srgbClr val="142446"/>
                </a:solidFill>
                <a:latin typeface="Lato"/>
                <a:ea typeface="Lato"/>
                <a:cs typeface="Lato"/>
              </a:defRPr>
            </a:lvl2pPr>
            <a:lvl3pPr>
              <a:defRPr sz="2250" b="1">
                <a:solidFill>
                  <a:srgbClr val="142446"/>
                </a:solidFill>
                <a:latin typeface="Lato"/>
                <a:ea typeface="Lato"/>
                <a:cs typeface="Lato"/>
              </a:defRPr>
            </a:lvl3pPr>
            <a:lvl4pPr>
              <a:defRPr sz="2250" b="1">
                <a:solidFill>
                  <a:srgbClr val="142446"/>
                </a:solidFill>
                <a:latin typeface="Lato"/>
                <a:ea typeface="Lato"/>
                <a:cs typeface="Lato"/>
              </a:defRPr>
            </a:lvl4pPr>
            <a:lvl5pPr>
              <a:defRPr sz="2250" b="1">
                <a:solidFill>
                  <a:srgbClr val="142446"/>
                </a:solidFill>
                <a:latin typeface="Lato"/>
                <a:ea typeface="Lato"/>
                <a:cs typeface="Lato"/>
              </a:defRPr>
            </a:lvl5pPr>
            <a:lvl6pPr>
              <a:defRPr sz="2250" b="1">
                <a:solidFill>
                  <a:srgbClr val="142446"/>
                </a:solidFill>
                <a:latin typeface="Lato"/>
                <a:ea typeface="Lato"/>
                <a:cs typeface="Lato"/>
              </a:defRPr>
            </a:lvl6pPr>
            <a:lvl7pPr>
              <a:defRPr sz="2250" b="1">
                <a:solidFill>
                  <a:srgbClr val="142446"/>
                </a:solidFill>
                <a:latin typeface="Lato"/>
                <a:ea typeface="Lato"/>
                <a:cs typeface="Lato"/>
              </a:defRPr>
            </a:lvl7pPr>
            <a:lvl8pPr>
              <a:defRPr sz="2250" b="1">
                <a:solidFill>
                  <a:srgbClr val="142446"/>
                </a:solidFill>
                <a:latin typeface="Lato"/>
                <a:ea typeface="Lato"/>
                <a:cs typeface="Lato"/>
              </a:defRPr>
            </a:lvl8pPr>
            <a:lvl9pPr>
              <a:defRPr sz="2250" b="1">
                <a:solidFill>
                  <a:srgbClr val="142446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42446"/>
                </a:solidFill>
                <a:latin typeface="Lato"/>
                <a:ea typeface="Lato"/>
                <a:cs typeface="Lato"/>
              </a:defRPr>
            </a:pPr>
            <a:r>
              <a:rPr sz="2250" b="1">
                <a:solidFill>
                  <a:srgbClr val="142446"/>
                </a:solidFill>
                <a:latin typeface="Lato"/>
                <a:ea typeface="Lato"/>
                <a:cs typeface="Lato"/>
              </a:rPr>
              <a:t>Quality checks</a:t>
            </a:r>
          </a:p>
        </p:txBody>
      </p:sp>
      <p:sp>
        <p:nvSpPr>
          <p:cNvPr id="9" name="quality-1">
            <a:extLst xmlns:a="http://schemas.openxmlformats.org/drawingml/2006/main">
              <a:ext uri="{FF2B5EF4-FFF2-40B4-BE49-F238E27FC236}">
                <a16:creationId xmlns:a16="http://schemas.microsoft.com/office/drawing/2014/main" id="{10DE2ED9-B960-4EF9-9471-7B1FCAD2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4619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142446"/>
                </a:solidFill>
                <a:latin typeface="Lato"/>
                <a:ea typeface="Lato"/>
                <a:cs typeface="Lato"/>
              </a:defRPr>
            </a:defPPr>
            <a:lvl1pPr>
              <a:defRPr sz="1950" b="0">
                <a:solidFill>
                  <a:srgbClr val="142446"/>
                </a:solidFill>
                <a:latin typeface="Lato"/>
                <a:ea typeface="Lato"/>
                <a:cs typeface="Lato"/>
              </a:defRPr>
            </a:lvl1pPr>
            <a:lvl2pPr>
              <a:defRPr sz="1950" b="0">
                <a:solidFill>
                  <a:srgbClr val="142446"/>
                </a:solidFill>
                <a:latin typeface="Lato"/>
                <a:ea typeface="Lato"/>
                <a:cs typeface="Lato"/>
              </a:defRPr>
            </a:lvl2pPr>
            <a:lvl3pPr>
              <a:defRPr sz="1950" b="0">
                <a:solidFill>
                  <a:srgbClr val="142446"/>
                </a:solidFill>
                <a:latin typeface="Lato"/>
                <a:ea typeface="Lato"/>
                <a:cs typeface="Lato"/>
              </a:defRPr>
            </a:lvl3pPr>
            <a:lvl4pPr>
              <a:defRPr sz="1950" b="0">
                <a:solidFill>
                  <a:srgbClr val="142446"/>
                </a:solidFill>
                <a:latin typeface="Lato"/>
                <a:ea typeface="Lato"/>
                <a:cs typeface="Lato"/>
              </a:defRPr>
            </a:lvl4pPr>
            <a:lvl5pPr>
              <a:defRPr sz="1950" b="0">
                <a:solidFill>
                  <a:srgbClr val="142446"/>
                </a:solidFill>
                <a:latin typeface="Lato"/>
                <a:ea typeface="Lato"/>
                <a:cs typeface="Lato"/>
              </a:defRPr>
            </a:lvl5pPr>
            <a:lvl6pPr>
              <a:defRPr sz="1950" b="0">
                <a:solidFill>
                  <a:srgbClr val="142446"/>
                </a:solidFill>
                <a:latin typeface="Lato"/>
                <a:ea typeface="Lato"/>
                <a:cs typeface="Lato"/>
              </a:defRPr>
            </a:lvl6pPr>
            <a:lvl7pPr>
              <a:defRPr sz="1950" b="0">
                <a:solidFill>
                  <a:srgbClr val="142446"/>
                </a:solidFill>
                <a:latin typeface="Lato"/>
                <a:ea typeface="Lato"/>
                <a:cs typeface="Lato"/>
              </a:defRPr>
            </a:lvl7pPr>
            <a:lvl8pPr>
              <a:defRPr sz="1950" b="0">
                <a:solidFill>
                  <a:srgbClr val="142446"/>
                </a:solidFill>
                <a:latin typeface="Lato"/>
                <a:ea typeface="Lato"/>
                <a:cs typeface="Lato"/>
              </a:defRPr>
            </a:lvl8pPr>
            <a:lvl9pPr>
              <a:defRPr sz="1950" b="0">
                <a:solidFill>
                  <a:srgbClr val="142446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42446"/>
                </a:solidFill>
                <a:latin typeface="Lato"/>
                <a:ea typeface="Lato"/>
                <a:cs typeface="Lato"/>
              </a:defRPr>
            </a:pPr>
            <a:r>
              <a:rPr sz="1950" b="0">
                <a:solidFill>
                  <a:srgbClr val="142446"/>
                </a:solidFill>
                <a:latin typeface="Lato"/>
                <a:ea typeface="Lato"/>
                <a:cs typeface="Lato"/>
              </a:rPr>
              <a:t>Production build, lint and TypeScript</a:t>
            </a:r>
          </a:p>
        </p:txBody>
      </p:sp>
      <p:sp>
        <p:nvSpPr>
          <p:cNvPr id="10" name="quality-2">
            <a:extLst xmlns:a="http://schemas.openxmlformats.org/drawingml/2006/main">
              <a:ext uri="{FF2B5EF4-FFF2-40B4-BE49-F238E27FC236}">
                <a16:creationId xmlns:a16="http://schemas.microsoft.com/office/drawing/2014/main" id="{B9AEE5BF-E2E5-43C5-B457-69CF8EAD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4619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142446"/>
                </a:solidFill>
                <a:latin typeface="Lato"/>
                <a:ea typeface="Lato"/>
                <a:cs typeface="Lato"/>
              </a:defRPr>
            </a:defPPr>
            <a:lvl1pPr>
              <a:defRPr sz="1950" b="0">
                <a:solidFill>
                  <a:srgbClr val="142446"/>
                </a:solidFill>
                <a:latin typeface="Lato"/>
                <a:ea typeface="Lato"/>
                <a:cs typeface="Lato"/>
              </a:defRPr>
            </a:lvl1pPr>
            <a:lvl2pPr>
              <a:defRPr sz="1950" b="0">
                <a:solidFill>
                  <a:srgbClr val="142446"/>
                </a:solidFill>
                <a:latin typeface="Lato"/>
                <a:ea typeface="Lato"/>
                <a:cs typeface="Lato"/>
              </a:defRPr>
            </a:lvl2pPr>
            <a:lvl3pPr>
              <a:defRPr sz="1950" b="0">
                <a:solidFill>
                  <a:srgbClr val="142446"/>
                </a:solidFill>
                <a:latin typeface="Lato"/>
                <a:ea typeface="Lato"/>
                <a:cs typeface="Lato"/>
              </a:defRPr>
            </a:lvl3pPr>
            <a:lvl4pPr>
              <a:defRPr sz="1950" b="0">
                <a:solidFill>
                  <a:srgbClr val="142446"/>
                </a:solidFill>
                <a:latin typeface="Lato"/>
                <a:ea typeface="Lato"/>
                <a:cs typeface="Lato"/>
              </a:defRPr>
            </a:lvl4pPr>
            <a:lvl5pPr>
              <a:defRPr sz="1950" b="0">
                <a:solidFill>
                  <a:srgbClr val="142446"/>
                </a:solidFill>
                <a:latin typeface="Lato"/>
                <a:ea typeface="Lato"/>
                <a:cs typeface="Lato"/>
              </a:defRPr>
            </a:lvl5pPr>
            <a:lvl6pPr>
              <a:defRPr sz="1950" b="0">
                <a:solidFill>
                  <a:srgbClr val="142446"/>
                </a:solidFill>
                <a:latin typeface="Lato"/>
                <a:ea typeface="Lato"/>
                <a:cs typeface="Lato"/>
              </a:defRPr>
            </a:lvl6pPr>
            <a:lvl7pPr>
              <a:defRPr sz="1950" b="0">
                <a:solidFill>
                  <a:srgbClr val="142446"/>
                </a:solidFill>
                <a:latin typeface="Lato"/>
                <a:ea typeface="Lato"/>
                <a:cs typeface="Lato"/>
              </a:defRPr>
            </a:lvl7pPr>
            <a:lvl8pPr>
              <a:defRPr sz="1950" b="0">
                <a:solidFill>
                  <a:srgbClr val="142446"/>
                </a:solidFill>
                <a:latin typeface="Lato"/>
                <a:ea typeface="Lato"/>
                <a:cs typeface="Lato"/>
              </a:defRPr>
            </a:lvl8pPr>
            <a:lvl9pPr>
              <a:defRPr sz="1950" b="0">
                <a:solidFill>
                  <a:srgbClr val="142446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42446"/>
                </a:solidFill>
                <a:latin typeface="Lato"/>
                <a:ea typeface="Lato"/>
                <a:cs typeface="Lato"/>
              </a:defRPr>
            </a:pPr>
            <a:r>
              <a:rPr sz="1950" b="0">
                <a:solidFill>
                  <a:srgbClr val="142446"/>
                </a:solidFill>
                <a:latin typeface="Lato"/>
                <a:ea typeface="Lato"/>
                <a:cs typeface="Lato"/>
              </a:rPr>
              <a:t>Loading, empty and error states</a:t>
            </a:r>
          </a:p>
        </p:txBody>
      </p:sp>
      <p:sp>
        <p:nvSpPr>
          <p:cNvPr id="11" name="quality-3">
            <a:extLst xmlns:a="http://schemas.openxmlformats.org/drawingml/2006/main">
              <a:ext uri="{FF2B5EF4-FFF2-40B4-BE49-F238E27FC236}">
                <a16:creationId xmlns:a16="http://schemas.microsoft.com/office/drawing/2014/main" id="{581CE6C2-0AE2-4B61-B87E-2EE0B262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4619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142446"/>
                </a:solidFill>
                <a:latin typeface="Lato"/>
                <a:ea typeface="Lato"/>
                <a:cs typeface="Lato"/>
              </a:defRPr>
            </a:defPPr>
            <a:lvl1pPr>
              <a:defRPr sz="1950" b="0">
                <a:solidFill>
                  <a:srgbClr val="142446"/>
                </a:solidFill>
                <a:latin typeface="Lato"/>
                <a:ea typeface="Lato"/>
                <a:cs typeface="Lato"/>
              </a:defRPr>
            </a:lvl1pPr>
            <a:lvl2pPr>
              <a:defRPr sz="1950" b="0">
                <a:solidFill>
                  <a:srgbClr val="142446"/>
                </a:solidFill>
                <a:latin typeface="Lato"/>
                <a:ea typeface="Lato"/>
                <a:cs typeface="Lato"/>
              </a:defRPr>
            </a:lvl2pPr>
            <a:lvl3pPr>
              <a:defRPr sz="1950" b="0">
                <a:solidFill>
                  <a:srgbClr val="142446"/>
                </a:solidFill>
                <a:latin typeface="Lato"/>
                <a:ea typeface="Lato"/>
                <a:cs typeface="Lato"/>
              </a:defRPr>
            </a:lvl3pPr>
            <a:lvl4pPr>
              <a:defRPr sz="1950" b="0">
                <a:solidFill>
                  <a:srgbClr val="142446"/>
                </a:solidFill>
                <a:latin typeface="Lato"/>
                <a:ea typeface="Lato"/>
                <a:cs typeface="Lato"/>
              </a:defRPr>
            </a:lvl4pPr>
            <a:lvl5pPr>
              <a:defRPr sz="1950" b="0">
                <a:solidFill>
                  <a:srgbClr val="142446"/>
                </a:solidFill>
                <a:latin typeface="Lato"/>
                <a:ea typeface="Lato"/>
                <a:cs typeface="Lato"/>
              </a:defRPr>
            </a:lvl5pPr>
            <a:lvl6pPr>
              <a:defRPr sz="1950" b="0">
                <a:solidFill>
                  <a:srgbClr val="142446"/>
                </a:solidFill>
                <a:latin typeface="Lato"/>
                <a:ea typeface="Lato"/>
                <a:cs typeface="Lato"/>
              </a:defRPr>
            </a:lvl6pPr>
            <a:lvl7pPr>
              <a:defRPr sz="1950" b="0">
                <a:solidFill>
                  <a:srgbClr val="142446"/>
                </a:solidFill>
                <a:latin typeface="Lato"/>
                <a:ea typeface="Lato"/>
                <a:cs typeface="Lato"/>
              </a:defRPr>
            </a:lvl7pPr>
            <a:lvl8pPr>
              <a:defRPr sz="1950" b="0">
                <a:solidFill>
                  <a:srgbClr val="142446"/>
                </a:solidFill>
                <a:latin typeface="Lato"/>
                <a:ea typeface="Lato"/>
                <a:cs typeface="Lato"/>
              </a:defRPr>
            </a:lvl8pPr>
            <a:lvl9pPr>
              <a:defRPr sz="1950" b="0">
                <a:solidFill>
                  <a:srgbClr val="142446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42446"/>
                </a:solidFill>
                <a:latin typeface="Lato"/>
                <a:ea typeface="Lato"/>
                <a:cs typeface="Lato"/>
              </a:defRPr>
            </a:pPr>
            <a:r>
              <a:rPr sz="1950" b="0">
                <a:solidFill>
                  <a:srgbClr val="142446"/>
                </a:solidFill>
                <a:latin typeface="Lato"/>
                <a:ea typeface="Lato"/>
                <a:cs typeface="Lato"/>
              </a:rPr>
              <a:t>Cart and order validation tests</a:t>
            </a:r>
          </a:p>
        </p:txBody>
      </p:sp>
      <p:sp>
        <p:nvSpPr>
          <p:cNvPr id="12" name="accessibility-heading">
            <a:extLst xmlns:a="http://schemas.openxmlformats.org/drawingml/2006/main">
              <a:ext uri="{FF2B5EF4-FFF2-40B4-BE49-F238E27FC236}">
                <a16:creationId xmlns:a16="http://schemas.microsoft.com/office/drawing/2014/main" id="{5731922C-AA57-485B-9EFB-02E60627C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038350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142446"/>
                </a:solidFill>
                <a:latin typeface="Lato"/>
                <a:ea typeface="Lato"/>
                <a:cs typeface="Lato"/>
              </a:defRPr>
            </a:defPPr>
            <a:lvl1pPr>
              <a:defRPr sz="2250" b="1">
                <a:solidFill>
                  <a:srgbClr val="142446"/>
                </a:solidFill>
                <a:latin typeface="Lato"/>
                <a:ea typeface="Lato"/>
                <a:cs typeface="Lato"/>
              </a:defRPr>
            </a:lvl1pPr>
            <a:lvl2pPr>
              <a:defRPr sz="2250" b="1">
                <a:solidFill>
                  <a:srgbClr val="142446"/>
                </a:solidFill>
                <a:latin typeface="Lato"/>
                <a:ea typeface="Lato"/>
                <a:cs typeface="Lato"/>
              </a:defRPr>
            </a:lvl2pPr>
            <a:lvl3pPr>
              <a:defRPr sz="2250" b="1">
                <a:solidFill>
                  <a:srgbClr val="142446"/>
                </a:solidFill>
                <a:latin typeface="Lato"/>
                <a:ea typeface="Lato"/>
                <a:cs typeface="Lato"/>
              </a:defRPr>
            </a:lvl3pPr>
            <a:lvl4pPr>
              <a:defRPr sz="2250" b="1">
                <a:solidFill>
                  <a:srgbClr val="142446"/>
                </a:solidFill>
                <a:latin typeface="Lato"/>
                <a:ea typeface="Lato"/>
                <a:cs typeface="Lato"/>
              </a:defRPr>
            </a:lvl4pPr>
            <a:lvl5pPr>
              <a:defRPr sz="2250" b="1">
                <a:solidFill>
                  <a:srgbClr val="142446"/>
                </a:solidFill>
                <a:latin typeface="Lato"/>
                <a:ea typeface="Lato"/>
                <a:cs typeface="Lato"/>
              </a:defRPr>
            </a:lvl5pPr>
            <a:lvl6pPr>
              <a:defRPr sz="2250" b="1">
                <a:solidFill>
                  <a:srgbClr val="142446"/>
                </a:solidFill>
                <a:latin typeface="Lato"/>
                <a:ea typeface="Lato"/>
                <a:cs typeface="Lato"/>
              </a:defRPr>
            </a:lvl6pPr>
            <a:lvl7pPr>
              <a:defRPr sz="2250" b="1">
                <a:solidFill>
                  <a:srgbClr val="142446"/>
                </a:solidFill>
                <a:latin typeface="Lato"/>
                <a:ea typeface="Lato"/>
                <a:cs typeface="Lato"/>
              </a:defRPr>
            </a:lvl7pPr>
            <a:lvl8pPr>
              <a:defRPr sz="2250" b="1">
                <a:solidFill>
                  <a:srgbClr val="142446"/>
                </a:solidFill>
                <a:latin typeface="Lato"/>
                <a:ea typeface="Lato"/>
                <a:cs typeface="Lato"/>
              </a:defRPr>
            </a:lvl8pPr>
            <a:lvl9pPr>
              <a:defRPr sz="2250" b="1">
                <a:solidFill>
                  <a:srgbClr val="142446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42446"/>
                </a:solidFill>
                <a:latin typeface="Lato"/>
                <a:ea typeface="Lato"/>
                <a:cs typeface="Lato"/>
              </a:defRPr>
            </a:pPr>
            <a:r>
              <a:rPr sz="2250" b="1">
                <a:solidFill>
                  <a:srgbClr val="142446"/>
                </a:solidFill>
                <a:latin typeface="Lato"/>
                <a:ea typeface="Lato"/>
                <a:cs typeface="Lato"/>
              </a:rPr>
              <a:t>Accessibility</a:t>
            </a:r>
          </a:p>
        </p:txBody>
      </p:sp>
      <p:sp>
        <p:nvSpPr>
          <p:cNvPr id="13" name="accessibility-1">
            <a:extLst xmlns:a="http://schemas.openxmlformats.org/drawingml/2006/main">
              <a:ext uri="{FF2B5EF4-FFF2-40B4-BE49-F238E27FC236}">
                <a16:creationId xmlns:a16="http://schemas.microsoft.com/office/drawing/2014/main" id="{7C99F281-C86F-4DD2-8B59-7BD74D68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5336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42446"/>
                </a:solidFill>
                <a:latin typeface="Lato"/>
                <a:ea typeface="Lato"/>
                <a:cs typeface="Lato"/>
              </a:defRPr>
            </a:defPPr>
            <a:lvl1pPr>
              <a:defRPr sz="2025" b="0">
                <a:solidFill>
                  <a:srgbClr val="142446"/>
                </a:solidFill>
                <a:latin typeface="Lato"/>
                <a:ea typeface="Lato"/>
                <a:cs typeface="Lato"/>
              </a:defRPr>
            </a:lvl1pPr>
            <a:lvl2pPr>
              <a:defRPr sz="2025" b="0">
                <a:solidFill>
                  <a:srgbClr val="142446"/>
                </a:solidFill>
                <a:latin typeface="Lato"/>
                <a:ea typeface="Lato"/>
                <a:cs typeface="Lato"/>
              </a:defRPr>
            </a:lvl2pPr>
            <a:lvl3pPr>
              <a:defRPr sz="2025" b="0">
                <a:solidFill>
                  <a:srgbClr val="142446"/>
                </a:solidFill>
                <a:latin typeface="Lato"/>
                <a:ea typeface="Lato"/>
                <a:cs typeface="Lato"/>
              </a:defRPr>
            </a:lvl3pPr>
            <a:lvl4pPr>
              <a:defRPr sz="2025" b="0">
                <a:solidFill>
                  <a:srgbClr val="142446"/>
                </a:solidFill>
                <a:latin typeface="Lato"/>
                <a:ea typeface="Lato"/>
                <a:cs typeface="Lato"/>
              </a:defRPr>
            </a:lvl4pPr>
            <a:lvl5pPr>
              <a:defRPr sz="2025" b="0">
                <a:solidFill>
                  <a:srgbClr val="142446"/>
                </a:solidFill>
                <a:latin typeface="Lato"/>
                <a:ea typeface="Lato"/>
                <a:cs typeface="Lato"/>
              </a:defRPr>
            </a:lvl5pPr>
            <a:lvl6pPr>
              <a:defRPr sz="2025" b="0">
                <a:solidFill>
                  <a:srgbClr val="142446"/>
                </a:solidFill>
                <a:latin typeface="Lato"/>
                <a:ea typeface="Lato"/>
                <a:cs typeface="Lato"/>
              </a:defRPr>
            </a:lvl6pPr>
            <a:lvl7pPr>
              <a:defRPr sz="2025" b="0">
                <a:solidFill>
                  <a:srgbClr val="142446"/>
                </a:solidFill>
                <a:latin typeface="Lato"/>
                <a:ea typeface="Lato"/>
                <a:cs typeface="Lato"/>
              </a:defRPr>
            </a:lvl7pPr>
            <a:lvl8pPr>
              <a:defRPr sz="2025" b="0">
                <a:solidFill>
                  <a:srgbClr val="142446"/>
                </a:solidFill>
                <a:latin typeface="Lato"/>
                <a:ea typeface="Lato"/>
                <a:cs typeface="Lato"/>
              </a:defRPr>
            </a:lvl8pPr>
            <a:lvl9pPr>
              <a:defRPr sz="2025" b="0">
                <a:solidFill>
                  <a:srgbClr val="142446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2446"/>
                </a:solidFill>
                <a:latin typeface="Lato"/>
                <a:ea typeface="Lato"/>
                <a:cs typeface="Lato"/>
              </a:defRPr>
            </a:pPr>
            <a:r>
              <a:rPr sz="2025" b="0">
                <a:solidFill>
                  <a:srgbClr val="142446"/>
                </a:solidFill>
                <a:latin typeface="Lato"/>
                <a:ea typeface="Lato"/>
                <a:cs typeface="Lato"/>
              </a:rPr>
              <a:t>Clear labels, visible focus and improved contrast</a:t>
            </a:r>
          </a:p>
        </p:txBody>
      </p:sp>
      <p:sp>
        <p:nvSpPr>
          <p:cNvPr id="14" name="accessibility-2">
            <a:extLst xmlns:a="http://schemas.openxmlformats.org/drawingml/2006/main">
              <a:ext uri="{FF2B5EF4-FFF2-40B4-BE49-F238E27FC236}">
                <a16:creationId xmlns:a16="http://schemas.microsoft.com/office/drawing/2014/main" id="{9D9E0649-960C-4957-9D5A-C8F76F5B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8765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42446"/>
                </a:solidFill>
                <a:latin typeface="Lato"/>
                <a:ea typeface="Lato"/>
                <a:cs typeface="Lato"/>
              </a:defRPr>
            </a:defPPr>
            <a:lvl1pPr>
              <a:defRPr sz="2025" b="0">
                <a:solidFill>
                  <a:srgbClr val="142446"/>
                </a:solidFill>
                <a:latin typeface="Lato"/>
                <a:ea typeface="Lato"/>
                <a:cs typeface="Lato"/>
              </a:defRPr>
            </a:lvl1pPr>
            <a:lvl2pPr>
              <a:defRPr sz="2025" b="0">
                <a:solidFill>
                  <a:srgbClr val="142446"/>
                </a:solidFill>
                <a:latin typeface="Lato"/>
                <a:ea typeface="Lato"/>
                <a:cs typeface="Lato"/>
              </a:defRPr>
            </a:lvl2pPr>
            <a:lvl3pPr>
              <a:defRPr sz="2025" b="0">
                <a:solidFill>
                  <a:srgbClr val="142446"/>
                </a:solidFill>
                <a:latin typeface="Lato"/>
                <a:ea typeface="Lato"/>
                <a:cs typeface="Lato"/>
              </a:defRPr>
            </a:lvl3pPr>
            <a:lvl4pPr>
              <a:defRPr sz="2025" b="0">
                <a:solidFill>
                  <a:srgbClr val="142446"/>
                </a:solidFill>
                <a:latin typeface="Lato"/>
                <a:ea typeface="Lato"/>
                <a:cs typeface="Lato"/>
              </a:defRPr>
            </a:lvl4pPr>
            <a:lvl5pPr>
              <a:defRPr sz="2025" b="0">
                <a:solidFill>
                  <a:srgbClr val="142446"/>
                </a:solidFill>
                <a:latin typeface="Lato"/>
                <a:ea typeface="Lato"/>
                <a:cs typeface="Lato"/>
              </a:defRPr>
            </a:lvl5pPr>
            <a:lvl6pPr>
              <a:defRPr sz="2025" b="0">
                <a:solidFill>
                  <a:srgbClr val="142446"/>
                </a:solidFill>
                <a:latin typeface="Lato"/>
                <a:ea typeface="Lato"/>
                <a:cs typeface="Lato"/>
              </a:defRPr>
            </a:lvl6pPr>
            <a:lvl7pPr>
              <a:defRPr sz="2025" b="0">
                <a:solidFill>
                  <a:srgbClr val="142446"/>
                </a:solidFill>
                <a:latin typeface="Lato"/>
                <a:ea typeface="Lato"/>
                <a:cs typeface="Lato"/>
              </a:defRPr>
            </a:lvl7pPr>
            <a:lvl8pPr>
              <a:defRPr sz="2025" b="0">
                <a:solidFill>
                  <a:srgbClr val="142446"/>
                </a:solidFill>
                <a:latin typeface="Lato"/>
                <a:ea typeface="Lato"/>
                <a:cs typeface="Lato"/>
              </a:defRPr>
            </a:lvl8pPr>
            <a:lvl9pPr>
              <a:defRPr sz="2025" b="0">
                <a:solidFill>
                  <a:srgbClr val="142446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2446"/>
                </a:solidFill>
                <a:latin typeface="Lato"/>
                <a:ea typeface="Lato"/>
                <a:cs typeface="Lato"/>
              </a:defRPr>
            </a:pPr>
            <a:r>
              <a:rPr sz="2025" b="0">
                <a:solidFill>
                  <a:srgbClr val="142446"/>
                </a:solidFill>
                <a:latin typeface="Lato"/>
                <a:ea typeface="Lato"/>
                <a:cs typeface="Lato"/>
              </a:rPr>
              <a:t>Keyboard navigation improvements</a:t>
            </a:r>
          </a:p>
        </p:txBody>
      </p:sp>
      <p:sp>
        <p:nvSpPr>
          <p:cNvPr id="15" name="privacy-heading">
            <a:extLst xmlns:a="http://schemas.openxmlformats.org/drawingml/2006/main">
              <a:ext uri="{FF2B5EF4-FFF2-40B4-BE49-F238E27FC236}">
                <a16:creationId xmlns:a16="http://schemas.microsoft.com/office/drawing/2014/main" id="{1B640D1C-615A-41E9-A69A-83526341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54330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142446"/>
                </a:solidFill>
                <a:latin typeface="Lato"/>
                <a:ea typeface="Lato"/>
                <a:cs typeface="Lato"/>
              </a:defRPr>
            </a:defPPr>
            <a:lvl1pPr>
              <a:defRPr sz="2250" b="1">
                <a:solidFill>
                  <a:srgbClr val="142446"/>
                </a:solidFill>
                <a:latin typeface="Lato"/>
                <a:ea typeface="Lato"/>
                <a:cs typeface="Lato"/>
              </a:defRPr>
            </a:lvl1pPr>
            <a:lvl2pPr>
              <a:defRPr sz="2250" b="1">
                <a:solidFill>
                  <a:srgbClr val="142446"/>
                </a:solidFill>
                <a:latin typeface="Lato"/>
                <a:ea typeface="Lato"/>
                <a:cs typeface="Lato"/>
              </a:defRPr>
            </a:lvl2pPr>
            <a:lvl3pPr>
              <a:defRPr sz="2250" b="1">
                <a:solidFill>
                  <a:srgbClr val="142446"/>
                </a:solidFill>
                <a:latin typeface="Lato"/>
                <a:ea typeface="Lato"/>
                <a:cs typeface="Lato"/>
              </a:defRPr>
            </a:lvl3pPr>
            <a:lvl4pPr>
              <a:defRPr sz="2250" b="1">
                <a:solidFill>
                  <a:srgbClr val="142446"/>
                </a:solidFill>
                <a:latin typeface="Lato"/>
                <a:ea typeface="Lato"/>
                <a:cs typeface="Lato"/>
              </a:defRPr>
            </a:lvl4pPr>
            <a:lvl5pPr>
              <a:defRPr sz="2250" b="1">
                <a:solidFill>
                  <a:srgbClr val="142446"/>
                </a:solidFill>
                <a:latin typeface="Lato"/>
                <a:ea typeface="Lato"/>
                <a:cs typeface="Lato"/>
              </a:defRPr>
            </a:lvl5pPr>
            <a:lvl6pPr>
              <a:defRPr sz="2250" b="1">
                <a:solidFill>
                  <a:srgbClr val="142446"/>
                </a:solidFill>
                <a:latin typeface="Lato"/>
                <a:ea typeface="Lato"/>
                <a:cs typeface="Lato"/>
              </a:defRPr>
            </a:lvl6pPr>
            <a:lvl7pPr>
              <a:defRPr sz="2250" b="1">
                <a:solidFill>
                  <a:srgbClr val="142446"/>
                </a:solidFill>
                <a:latin typeface="Lato"/>
                <a:ea typeface="Lato"/>
                <a:cs typeface="Lato"/>
              </a:defRPr>
            </a:lvl7pPr>
            <a:lvl8pPr>
              <a:defRPr sz="2250" b="1">
                <a:solidFill>
                  <a:srgbClr val="142446"/>
                </a:solidFill>
                <a:latin typeface="Lato"/>
                <a:ea typeface="Lato"/>
                <a:cs typeface="Lato"/>
              </a:defRPr>
            </a:lvl8pPr>
            <a:lvl9pPr>
              <a:defRPr sz="2250" b="1">
                <a:solidFill>
                  <a:srgbClr val="142446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42446"/>
                </a:solidFill>
                <a:latin typeface="Lato"/>
                <a:ea typeface="Lato"/>
                <a:cs typeface="Lato"/>
              </a:defRPr>
            </a:pPr>
            <a:r>
              <a:rPr sz="2250" b="1">
                <a:solidFill>
                  <a:srgbClr val="142446"/>
                </a:solidFill>
                <a:latin typeface="Lato"/>
                <a:ea typeface="Lato"/>
                <a:cs typeface="Lato"/>
              </a:rPr>
              <a:t>Data privacy &amp; AI</a:t>
            </a:r>
          </a:p>
        </p:txBody>
      </p:sp>
      <p:sp>
        <p:nvSpPr>
          <p:cNvPr id="16" name="privacy-1">
            <a:extLst xmlns:a="http://schemas.openxmlformats.org/drawingml/2006/main">
              <a:ext uri="{FF2B5EF4-FFF2-40B4-BE49-F238E27FC236}">
                <a16:creationId xmlns:a16="http://schemas.microsoft.com/office/drawing/2014/main" id="{68DC488F-E6AB-476A-9936-E712F7AE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0195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42446"/>
                </a:solidFill>
                <a:latin typeface="Lato"/>
                <a:ea typeface="Lato"/>
                <a:cs typeface="Lato"/>
              </a:defRPr>
            </a:defPPr>
            <a:lvl1pPr>
              <a:defRPr sz="2025" b="0">
                <a:solidFill>
                  <a:srgbClr val="142446"/>
                </a:solidFill>
                <a:latin typeface="Lato"/>
                <a:ea typeface="Lato"/>
                <a:cs typeface="Lato"/>
              </a:defRPr>
            </a:lvl1pPr>
            <a:lvl2pPr>
              <a:defRPr sz="2025" b="0">
                <a:solidFill>
                  <a:srgbClr val="142446"/>
                </a:solidFill>
                <a:latin typeface="Lato"/>
                <a:ea typeface="Lato"/>
                <a:cs typeface="Lato"/>
              </a:defRPr>
            </a:lvl2pPr>
            <a:lvl3pPr>
              <a:defRPr sz="2025" b="0">
                <a:solidFill>
                  <a:srgbClr val="142446"/>
                </a:solidFill>
                <a:latin typeface="Lato"/>
                <a:ea typeface="Lato"/>
                <a:cs typeface="Lato"/>
              </a:defRPr>
            </a:lvl3pPr>
            <a:lvl4pPr>
              <a:defRPr sz="2025" b="0">
                <a:solidFill>
                  <a:srgbClr val="142446"/>
                </a:solidFill>
                <a:latin typeface="Lato"/>
                <a:ea typeface="Lato"/>
                <a:cs typeface="Lato"/>
              </a:defRPr>
            </a:lvl4pPr>
            <a:lvl5pPr>
              <a:defRPr sz="2025" b="0">
                <a:solidFill>
                  <a:srgbClr val="142446"/>
                </a:solidFill>
                <a:latin typeface="Lato"/>
                <a:ea typeface="Lato"/>
                <a:cs typeface="Lato"/>
              </a:defRPr>
            </a:lvl5pPr>
            <a:lvl6pPr>
              <a:defRPr sz="2025" b="0">
                <a:solidFill>
                  <a:srgbClr val="142446"/>
                </a:solidFill>
                <a:latin typeface="Lato"/>
                <a:ea typeface="Lato"/>
                <a:cs typeface="Lato"/>
              </a:defRPr>
            </a:lvl6pPr>
            <a:lvl7pPr>
              <a:defRPr sz="2025" b="0">
                <a:solidFill>
                  <a:srgbClr val="142446"/>
                </a:solidFill>
                <a:latin typeface="Lato"/>
                <a:ea typeface="Lato"/>
                <a:cs typeface="Lato"/>
              </a:defRPr>
            </a:lvl7pPr>
            <a:lvl8pPr>
              <a:defRPr sz="2025" b="0">
                <a:solidFill>
                  <a:srgbClr val="142446"/>
                </a:solidFill>
                <a:latin typeface="Lato"/>
                <a:ea typeface="Lato"/>
                <a:cs typeface="Lato"/>
              </a:defRPr>
            </a:lvl8pPr>
            <a:lvl9pPr>
              <a:defRPr sz="2025" b="0">
                <a:solidFill>
                  <a:srgbClr val="142446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2446"/>
                </a:solidFill>
                <a:latin typeface="Lato"/>
                <a:ea typeface="Lato"/>
                <a:cs typeface="Lato"/>
              </a:defRPr>
            </a:pPr>
            <a:r>
              <a:rPr sz="2025" b="0">
                <a:solidFill>
                  <a:srgbClr val="142446"/>
                </a:solidFill>
                <a:latin typeface="Lato"/>
                <a:ea typeface="Lato"/>
                <a:cs typeface="Lato"/>
              </a:rPr>
              <a:t>Synthetic data for tests and demos</a:t>
            </a:r>
          </a:p>
        </p:txBody>
      </p:sp>
      <p:sp>
        <p:nvSpPr>
          <p:cNvPr id="17" name="privacy-2">
            <a:extLst xmlns:a="http://schemas.openxmlformats.org/drawingml/2006/main">
              <a:ext uri="{FF2B5EF4-FFF2-40B4-BE49-F238E27FC236}">
                <a16:creationId xmlns:a16="http://schemas.microsoft.com/office/drawing/2014/main" id="{59AE5800-9AC8-40D6-9034-0AECEA8E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3434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42446"/>
                </a:solidFill>
                <a:latin typeface="Lato"/>
                <a:ea typeface="Lato"/>
                <a:cs typeface="Lato"/>
              </a:defRPr>
            </a:defPPr>
            <a:lvl1pPr>
              <a:defRPr sz="2025" b="0">
                <a:solidFill>
                  <a:srgbClr val="142446"/>
                </a:solidFill>
                <a:latin typeface="Lato"/>
                <a:ea typeface="Lato"/>
                <a:cs typeface="Lato"/>
              </a:defRPr>
            </a:lvl1pPr>
            <a:lvl2pPr>
              <a:defRPr sz="2025" b="0">
                <a:solidFill>
                  <a:srgbClr val="142446"/>
                </a:solidFill>
                <a:latin typeface="Lato"/>
                <a:ea typeface="Lato"/>
                <a:cs typeface="Lato"/>
              </a:defRPr>
            </a:lvl2pPr>
            <a:lvl3pPr>
              <a:defRPr sz="2025" b="0">
                <a:solidFill>
                  <a:srgbClr val="142446"/>
                </a:solidFill>
                <a:latin typeface="Lato"/>
                <a:ea typeface="Lato"/>
                <a:cs typeface="Lato"/>
              </a:defRPr>
            </a:lvl3pPr>
            <a:lvl4pPr>
              <a:defRPr sz="2025" b="0">
                <a:solidFill>
                  <a:srgbClr val="142446"/>
                </a:solidFill>
                <a:latin typeface="Lato"/>
                <a:ea typeface="Lato"/>
                <a:cs typeface="Lato"/>
              </a:defRPr>
            </a:lvl4pPr>
            <a:lvl5pPr>
              <a:defRPr sz="2025" b="0">
                <a:solidFill>
                  <a:srgbClr val="142446"/>
                </a:solidFill>
                <a:latin typeface="Lato"/>
                <a:ea typeface="Lato"/>
                <a:cs typeface="Lato"/>
              </a:defRPr>
            </a:lvl5pPr>
            <a:lvl6pPr>
              <a:defRPr sz="2025" b="0">
                <a:solidFill>
                  <a:srgbClr val="142446"/>
                </a:solidFill>
                <a:latin typeface="Lato"/>
                <a:ea typeface="Lato"/>
                <a:cs typeface="Lato"/>
              </a:defRPr>
            </a:lvl6pPr>
            <a:lvl7pPr>
              <a:defRPr sz="2025" b="0">
                <a:solidFill>
                  <a:srgbClr val="142446"/>
                </a:solidFill>
                <a:latin typeface="Lato"/>
                <a:ea typeface="Lato"/>
                <a:cs typeface="Lato"/>
              </a:defRPr>
            </a:lvl7pPr>
            <a:lvl8pPr>
              <a:defRPr sz="2025" b="0">
                <a:solidFill>
                  <a:srgbClr val="142446"/>
                </a:solidFill>
                <a:latin typeface="Lato"/>
                <a:ea typeface="Lato"/>
                <a:cs typeface="Lato"/>
              </a:defRPr>
            </a:lvl8pPr>
            <a:lvl9pPr>
              <a:defRPr sz="2025" b="0">
                <a:solidFill>
                  <a:srgbClr val="142446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2446"/>
                </a:solidFill>
                <a:latin typeface="Lato"/>
                <a:ea typeface="Lato"/>
                <a:cs typeface="Lato"/>
              </a:defRPr>
            </a:pPr>
            <a:r>
              <a:rPr sz="2025" b="0">
                <a:solidFill>
                  <a:srgbClr val="142446"/>
                </a:solidFill>
                <a:latin typeface="Lato"/>
                <a:ea typeface="Lato"/>
                <a:cs typeface="Lato"/>
              </a:rPr>
              <a:t>Private server credentials and order access</a:t>
            </a:r>
          </a:p>
        </p:txBody>
      </p:sp>
      <p:sp>
        <p:nvSpPr>
          <p:cNvPr id="18" name="privacy-3">
            <a:extLst xmlns:a="http://schemas.openxmlformats.org/drawingml/2006/main">
              <a:ext uri="{FF2B5EF4-FFF2-40B4-BE49-F238E27FC236}">
                <a16:creationId xmlns:a16="http://schemas.microsoft.com/office/drawing/2014/main" id="{6F3FD68E-F374-45EA-8F25-F42B6420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6672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42446"/>
                </a:solidFill>
                <a:latin typeface="Lato"/>
                <a:ea typeface="Lato"/>
                <a:cs typeface="Lato"/>
              </a:defRPr>
            </a:defPPr>
            <a:lvl1pPr>
              <a:defRPr sz="2025" b="0">
                <a:solidFill>
                  <a:srgbClr val="142446"/>
                </a:solidFill>
                <a:latin typeface="Lato"/>
                <a:ea typeface="Lato"/>
                <a:cs typeface="Lato"/>
              </a:defRPr>
            </a:lvl1pPr>
            <a:lvl2pPr>
              <a:defRPr sz="2025" b="0">
                <a:solidFill>
                  <a:srgbClr val="142446"/>
                </a:solidFill>
                <a:latin typeface="Lato"/>
                <a:ea typeface="Lato"/>
                <a:cs typeface="Lato"/>
              </a:defRPr>
            </a:lvl2pPr>
            <a:lvl3pPr>
              <a:defRPr sz="2025" b="0">
                <a:solidFill>
                  <a:srgbClr val="142446"/>
                </a:solidFill>
                <a:latin typeface="Lato"/>
                <a:ea typeface="Lato"/>
                <a:cs typeface="Lato"/>
              </a:defRPr>
            </a:lvl3pPr>
            <a:lvl4pPr>
              <a:defRPr sz="2025" b="0">
                <a:solidFill>
                  <a:srgbClr val="142446"/>
                </a:solidFill>
                <a:latin typeface="Lato"/>
                <a:ea typeface="Lato"/>
                <a:cs typeface="Lato"/>
              </a:defRPr>
            </a:lvl4pPr>
            <a:lvl5pPr>
              <a:defRPr sz="2025" b="0">
                <a:solidFill>
                  <a:srgbClr val="142446"/>
                </a:solidFill>
                <a:latin typeface="Lato"/>
                <a:ea typeface="Lato"/>
                <a:cs typeface="Lato"/>
              </a:defRPr>
            </a:lvl5pPr>
            <a:lvl6pPr>
              <a:defRPr sz="2025" b="0">
                <a:solidFill>
                  <a:srgbClr val="142446"/>
                </a:solidFill>
                <a:latin typeface="Lato"/>
                <a:ea typeface="Lato"/>
                <a:cs typeface="Lato"/>
              </a:defRPr>
            </a:lvl6pPr>
            <a:lvl7pPr>
              <a:defRPr sz="2025" b="0">
                <a:solidFill>
                  <a:srgbClr val="142446"/>
                </a:solidFill>
                <a:latin typeface="Lato"/>
                <a:ea typeface="Lato"/>
                <a:cs typeface="Lato"/>
              </a:defRPr>
            </a:lvl7pPr>
            <a:lvl8pPr>
              <a:defRPr sz="2025" b="0">
                <a:solidFill>
                  <a:srgbClr val="142446"/>
                </a:solidFill>
                <a:latin typeface="Lato"/>
                <a:ea typeface="Lato"/>
                <a:cs typeface="Lato"/>
              </a:defRPr>
            </a:lvl8pPr>
            <a:lvl9pPr>
              <a:defRPr sz="2025" b="0">
                <a:solidFill>
                  <a:srgbClr val="142446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2446"/>
                </a:solidFill>
                <a:latin typeface="Lato"/>
                <a:ea typeface="Lato"/>
                <a:cs typeface="Lato"/>
              </a:defRPr>
            </a:pPr>
            <a:r>
              <a:rPr sz="2025" b="0">
                <a:solidFill>
                  <a:srgbClr val="142446"/>
                </a:solidFill>
                <a:latin typeface="Lato"/>
                <a:ea typeface="Lato"/>
                <a:cs typeface="Lato"/>
              </a:rPr>
              <a:t>AI assistance disclosed. I review the changes</a:t>
            </a:r>
          </a:p>
        </p:txBody>
      </p:sp>
      <p:sp>
        <p:nvSpPr>
          <p:cNvPr id="19" name="scores-heading">
            <a:extLst xmlns:a="http://schemas.openxmlformats.org/drawingml/2006/main">
              <a:ext uri="{FF2B5EF4-FFF2-40B4-BE49-F238E27FC236}">
                <a16:creationId xmlns:a16="http://schemas.microsoft.com/office/drawing/2014/main" id="{0963534E-DADF-4D32-B525-B98ED365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229225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42446"/>
                </a:solidFill>
                <a:latin typeface="Lato"/>
                <a:ea typeface="Lato"/>
                <a:cs typeface="Lato"/>
              </a:defRPr>
            </a:defPPr>
            <a:lvl1pPr>
              <a:defRPr sz="1875" b="1">
                <a:solidFill>
                  <a:srgbClr val="142446"/>
                </a:solidFill>
                <a:latin typeface="Lato"/>
                <a:ea typeface="Lato"/>
                <a:cs typeface="Lato"/>
              </a:defRPr>
            </a:lvl1pPr>
            <a:lvl2pPr>
              <a:defRPr sz="1875" b="1">
                <a:solidFill>
                  <a:srgbClr val="142446"/>
                </a:solidFill>
                <a:latin typeface="Lato"/>
                <a:ea typeface="Lato"/>
                <a:cs typeface="Lato"/>
              </a:defRPr>
            </a:lvl2pPr>
            <a:lvl3pPr>
              <a:defRPr sz="1875" b="1">
                <a:solidFill>
                  <a:srgbClr val="142446"/>
                </a:solidFill>
                <a:latin typeface="Lato"/>
                <a:ea typeface="Lato"/>
                <a:cs typeface="Lato"/>
              </a:defRPr>
            </a:lvl3pPr>
            <a:lvl4pPr>
              <a:defRPr sz="1875" b="1">
                <a:solidFill>
                  <a:srgbClr val="142446"/>
                </a:solidFill>
                <a:latin typeface="Lato"/>
                <a:ea typeface="Lato"/>
                <a:cs typeface="Lato"/>
              </a:defRPr>
            </a:lvl4pPr>
            <a:lvl5pPr>
              <a:defRPr sz="1875" b="1">
                <a:solidFill>
                  <a:srgbClr val="142446"/>
                </a:solidFill>
                <a:latin typeface="Lato"/>
                <a:ea typeface="Lato"/>
                <a:cs typeface="Lato"/>
              </a:defRPr>
            </a:lvl5pPr>
            <a:lvl6pPr>
              <a:defRPr sz="1875" b="1">
                <a:solidFill>
                  <a:srgbClr val="142446"/>
                </a:solidFill>
                <a:latin typeface="Lato"/>
                <a:ea typeface="Lato"/>
                <a:cs typeface="Lato"/>
              </a:defRPr>
            </a:lvl6pPr>
            <a:lvl7pPr>
              <a:defRPr sz="1875" b="1">
                <a:solidFill>
                  <a:srgbClr val="142446"/>
                </a:solidFill>
                <a:latin typeface="Lato"/>
                <a:ea typeface="Lato"/>
                <a:cs typeface="Lato"/>
              </a:defRPr>
            </a:lvl7pPr>
            <a:lvl8pPr>
              <a:defRPr sz="1875" b="1">
                <a:solidFill>
                  <a:srgbClr val="142446"/>
                </a:solidFill>
                <a:latin typeface="Lato"/>
                <a:ea typeface="Lato"/>
                <a:cs typeface="Lato"/>
              </a:defRPr>
            </a:lvl8pPr>
            <a:lvl9pPr>
              <a:defRPr sz="1875" b="1">
                <a:solidFill>
                  <a:srgbClr val="142446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2446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142446"/>
                </a:solidFill>
                <a:latin typeface="Lato"/>
                <a:ea typeface="Lato"/>
                <a:cs typeface="Lato"/>
              </a:rPr>
              <a:t>PageSpeed Insights: Desktop</a:t>
            </a:r>
          </a:p>
        </p:txBody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E6042F-0237-4AD4-BEFA-23BAA6E3EF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73dbe339a94f30"/>
          <a:stretch xmlns:a="http://schemas.openxmlformats.org/drawingml/2006/main"/>
        </p:blipFill>
        <p:spPr>
          <a:xfrm xmlns:a="http://schemas.openxmlformats.org/drawingml/2006/main">
            <a:off x="5734420" y="5619750"/>
            <a:ext cx="8095510" cy="1733550"/>
          </a:xfrm>
          <a:prstGeom xmlns:a="http://schemas.openxmlformats.org/drawingml/2006/main" prst="rect">
            <a:avLst/>
          </a:prstGeom>
        </p:spPr>
      </p:pic>
      <p:sp>
        <p:nvSpPr>
          <p:cNvPr id="21" name="manual-review-note">
            <a:extLst xmlns:a="http://schemas.openxmlformats.org/drawingml/2006/main">
              <a:ext uri="{FF2B5EF4-FFF2-40B4-BE49-F238E27FC236}">
                <a16:creationId xmlns:a16="http://schemas.microsoft.com/office/drawing/2014/main" id="{D7595B37-91FC-45FC-8298-601A9DE7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73342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36173"/>
                </a:solidFill>
                <a:latin typeface="Lato"/>
                <a:ea typeface="Lato"/>
                <a:cs typeface="Lato"/>
              </a:defRPr>
            </a:defPPr>
            <a:lvl1pPr>
              <a:defRPr sz="1425" b="0">
                <a:solidFill>
                  <a:srgbClr val="536173"/>
                </a:solidFill>
                <a:latin typeface="Lato"/>
                <a:ea typeface="Lato"/>
                <a:cs typeface="Lato"/>
              </a:defRPr>
            </a:lvl1pPr>
            <a:lvl2pPr>
              <a:defRPr sz="1425" b="0">
                <a:solidFill>
                  <a:srgbClr val="536173"/>
                </a:solidFill>
                <a:latin typeface="Lato"/>
                <a:ea typeface="Lato"/>
                <a:cs typeface="Lato"/>
              </a:defRPr>
            </a:lvl2pPr>
            <a:lvl3pPr>
              <a:defRPr sz="1425" b="0">
                <a:solidFill>
                  <a:srgbClr val="536173"/>
                </a:solidFill>
                <a:latin typeface="Lato"/>
                <a:ea typeface="Lato"/>
                <a:cs typeface="Lato"/>
              </a:defRPr>
            </a:lvl3pPr>
            <a:lvl4pPr>
              <a:defRPr sz="1425" b="0">
                <a:solidFill>
                  <a:srgbClr val="536173"/>
                </a:solidFill>
                <a:latin typeface="Lato"/>
                <a:ea typeface="Lato"/>
                <a:cs typeface="Lato"/>
              </a:defRPr>
            </a:lvl4pPr>
            <a:lvl5pPr>
              <a:defRPr sz="1425" b="0">
                <a:solidFill>
                  <a:srgbClr val="536173"/>
                </a:solidFill>
                <a:latin typeface="Lato"/>
                <a:ea typeface="Lato"/>
                <a:cs typeface="Lato"/>
              </a:defRPr>
            </a:lvl5pPr>
            <a:lvl6pPr>
              <a:defRPr sz="1425" b="0">
                <a:solidFill>
                  <a:srgbClr val="536173"/>
                </a:solidFill>
                <a:latin typeface="Lato"/>
                <a:ea typeface="Lato"/>
                <a:cs typeface="Lato"/>
              </a:defRPr>
            </a:lvl6pPr>
            <a:lvl7pPr>
              <a:defRPr sz="1425" b="0">
                <a:solidFill>
                  <a:srgbClr val="536173"/>
                </a:solidFill>
                <a:latin typeface="Lato"/>
                <a:ea typeface="Lato"/>
                <a:cs typeface="Lato"/>
              </a:defRPr>
            </a:lvl7pPr>
            <a:lvl8pPr>
              <a:defRPr sz="1425" b="0">
                <a:solidFill>
                  <a:srgbClr val="536173"/>
                </a:solidFill>
                <a:latin typeface="Lato"/>
                <a:ea typeface="Lato"/>
                <a:cs typeface="Lato"/>
              </a:defRPr>
            </a:lvl8pPr>
            <a:lvl9pPr>
              <a:defRPr sz="1425" b="0">
                <a:solidFill>
                  <a:srgbClr val="536173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36173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536173"/>
                </a:solidFill>
                <a:latin typeface="Lato"/>
                <a:ea typeface="Lato"/>
                <a:cs typeface="Lato"/>
              </a:rPr>
              <a:t>Automated results. Manual accessibility checks remain.</a:t>
            </a:r>
          </a:p>
        </p:txBody>
      </p:sp>
      <p:sp>
        <p:nvSpPr>
          <p:cNvPr id="22" name="report-link">
            <a:extLst xmlns:a="http://schemas.openxmlformats.org/drawingml/2006/main">
              <a:ext uri="{FF2B5EF4-FFF2-40B4-BE49-F238E27FC236}">
                <a16:creationId xmlns:a16="http://schemas.microsoft.com/office/drawing/2014/main" id="{3E62EA10-7785-4A13-8BB5-D39A1D99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765810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1">
                <a:solidFill>
                  <a:srgbClr val="39788B"/>
                </a:solidFill>
                <a:latin typeface="Lato"/>
                <a:ea typeface="Lato"/>
                <a:cs typeface="Lato"/>
              </a:defRPr>
            </a:defPPr>
            <a:lvl1pPr>
              <a:defRPr sz="1650" b="1">
                <a:solidFill>
                  <a:srgbClr val="39788B"/>
                </a:solidFill>
                <a:latin typeface="Lato"/>
                <a:ea typeface="Lato"/>
                <a:cs typeface="Lato"/>
              </a:defRPr>
            </a:lvl1pPr>
            <a:lvl2pPr>
              <a:defRPr sz="1650" b="1">
                <a:solidFill>
                  <a:srgbClr val="39788B"/>
                </a:solidFill>
                <a:latin typeface="Lato"/>
                <a:ea typeface="Lato"/>
                <a:cs typeface="Lato"/>
              </a:defRPr>
            </a:lvl2pPr>
            <a:lvl3pPr>
              <a:defRPr sz="1650" b="1">
                <a:solidFill>
                  <a:srgbClr val="39788B"/>
                </a:solidFill>
                <a:latin typeface="Lato"/>
                <a:ea typeface="Lato"/>
                <a:cs typeface="Lato"/>
              </a:defRPr>
            </a:lvl3pPr>
            <a:lvl4pPr>
              <a:defRPr sz="1650" b="1">
                <a:solidFill>
                  <a:srgbClr val="39788B"/>
                </a:solidFill>
                <a:latin typeface="Lato"/>
                <a:ea typeface="Lato"/>
                <a:cs typeface="Lato"/>
              </a:defRPr>
            </a:lvl4pPr>
            <a:lvl5pPr>
              <a:defRPr sz="1650" b="1">
                <a:solidFill>
                  <a:srgbClr val="39788B"/>
                </a:solidFill>
                <a:latin typeface="Lato"/>
                <a:ea typeface="Lato"/>
                <a:cs typeface="Lato"/>
              </a:defRPr>
            </a:lvl5pPr>
            <a:lvl6pPr>
              <a:defRPr sz="1650" b="1">
                <a:solidFill>
                  <a:srgbClr val="39788B"/>
                </a:solidFill>
                <a:latin typeface="Lato"/>
                <a:ea typeface="Lato"/>
                <a:cs typeface="Lato"/>
              </a:defRPr>
            </a:lvl6pPr>
            <a:lvl7pPr>
              <a:defRPr sz="1650" b="1">
                <a:solidFill>
                  <a:srgbClr val="39788B"/>
                </a:solidFill>
                <a:latin typeface="Lato"/>
                <a:ea typeface="Lato"/>
                <a:cs typeface="Lato"/>
              </a:defRPr>
            </a:lvl7pPr>
            <a:lvl8pPr>
              <a:defRPr sz="1650" b="1">
                <a:solidFill>
                  <a:srgbClr val="39788B"/>
                </a:solidFill>
                <a:latin typeface="Lato"/>
                <a:ea typeface="Lato"/>
                <a:cs typeface="Lato"/>
              </a:defRPr>
            </a:lvl8pPr>
            <a:lvl9pPr>
              <a:defRPr sz="1650" b="1">
                <a:solidFill>
                  <a:srgbClr val="39788B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39788B"/>
                </a:solidFill>
                <a:latin typeface="Lato"/>
                <a:ea typeface="Lato"/>
                <a:cs typeface="Lato"/>
              </a:defRPr>
            </a:pPr>
            <a:r>
              <a:rPr sz="1650" b="1" u="sng">
                <a:solidFill>
                  <a:srgbClr val="39788B"/>
                </a:solidFill>
                <a:latin typeface="Lato"/>
                <a:ea typeface="Lato"/>
                <a:cs typeface="Lato"/>
                <a:hlinkClick xmlns:r="http://schemas.openxmlformats.org/officeDocument/2006/relationships" r:id="Rd7a6c7b852494bfa"/>
              </a:rPr>
              <a:t>View PageSpeed report</a:t>
            </a:r>
          </a:p>
        </p:txBody>
      </p:sp>
      <p:sp>
        <p:nvSpPr>
          <p:cNvPr id="23" name="site-link">
            <a:extLst xmlns:a="http://schemas.openxmlformats.org/drawingml/2006/main">
              <a:ext uri="{FF2B5EF4-FFF2-40B4-BE49-F238E27FC236}">
                <a16:creationId xmlns:a16="http://schemas.microsoft.com/office/drawing/2014/main" id="{9E4FBAE8-500B-43D0-9AD7-AAC1271B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1">
                <a:solidFill>
                  <a:srgbClr val="39788B"/>
                </a:solidFill>
                <a:latin typeface="Lato"/>
                <a:ea typeface="Lato"/>
                <a:cs typeface="Lato"/>
              </a:defRPr>
            </a:defPPr>
            <a:lvl1pPr>
              <a:defRPr sz="1500" b="1">
                <a:solidFill>
                  <a:srgbClr val="39788B"/>
                </a:solidFill>
                <a:latin typeface="Lato"/>
                <a:ea typeface="Lato"/>
                <a:cs typeface="Lato"/>
              </a:defRPr>
            </a:lvl1pPr>
            <a:lvl2pPr>
              <a:defRPr sz="1500" b="1">
                <a:solidFill>
                  <a:srgbClr val="39788B"/>
                </a:solidFill>
                <a:latin typeface="Lato"/>
                <a:ea typeface="Lato"/>
                <a:cs typeface="Lato"/>
              </a:defRPr>
            </a:lvl2pPr>
            <a:lvl3pPr>
              <a:defRPr sz="1500" b="1">
                <a:solidFill>
                  <a:srgbClr val="39788B"/>
                </a:solidFill>
                <a:latin typeface="Lato"/>
                <a:ea typeface="Lato"/>
                <a:cs typeface="Lato"/>
              </a:defRPr>
            </a:lvl3pPr>
            <a:lvl4pPr>
              <a:defRPr sz="1500" b="1">
                <a:solidFill>
                  <a:srgbClr val="39788B"/>
                </a:solidFill>
                <a:latin typeface="Lato"/>
                <a:ea typeface="Lato"/>
                <a:cs typeface="Lato"/>
              </a:defRPr>
            </a:lvl4pPr>
            <a:lvl5pPr>
              <a:defRPr sz="1500" b="1">
                <a:solidFill>
                  <a:srgbClr val="39788B"/>
                </a:solidFill>
                <a:latin typeface="Lato"/>
                <a:ea typeface="Lato"/>
                <a:cs typeface="Lato"/>
              </a:defRPr>
            </a:lvl5pPr>
            <a:lvl6pPr>
              <a:defRPr sz="1500" b="1">
                <a:solidFill>
                  <a:srgbClr val="39788B"/>
                </a:solidFill>
                <a:latin typeface="Lato"/>
                <a:ea typeface="Lato"/>
                <a:cs typeface="Lato"/>
              </a:defRPr>
            </a:lvl6pPr>
            <a:lvl7pPr>
              <a:defRPr sz="1500" b="1">
                <a:solidFill>
                  <a:srgbClr val="39788B"/>
                </a:solidFill>
                <a:latin typeface="Lato"/>
                <a:ea typeface="Lato"/>
                <a:cs typeface="Lato"/>
              </a:defRPr>
            </a:lvl7pPr>
            <a:lvl8pPr>
              <a:defRPr sz="1500" b="1">
                <a:solidFill>
                  <a:srgbClr val="39788B"/>
                </a:solidFill>
                <a:latin typeface="Lato"/>
                <a:ea typeface="Lato"/>
                <a:cs typeface="Lato"/>
              </a:defRPr>
            </a:lvl8pPr>
            <a:lvl9pPr>
              <a:defRPr sz="1500" b="1">
                <a:solidFill>
                  <a:srgbClr val="39788B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39788B"/>
                </a:solidFill>
                <a:latin typeface="Lato"/>
                <a:ea typeface="Lato"/>
                <a:cs typeface="Lato"/>
              </a:defRPr>
            </a:pPr>
            <a:r>
              <a:rPr sz="1500" b="1" u="sng">
                <a:solidFill>
                  <a:srgbClr val="39788B"/>
                </a:solidFill>
                <a:latin typeface="Lato"/>
                <a:ea typeface="Lato"/>
                <a:cs typeface="Lato"/>
                <a:hlinkClick xmlns:r="http://schemas.openxmlformats.org/officeDocument/2006/relationships" r:id="Rcd9722459c7447da"/>
              </a:rPr>
              <a:t>meloria.pp.ua</a:t>
            </a:r>
          </a:p>
        </p:txBody>
      </p:sp>
      <p:sp>
        <p:nvSpPr>
          <p:cNvPr id="24" name="repo-link">
            <a:extLst xmlns:a="http://schemas.openxmlformats.org/drawingml/2006/main">
              <a:ext uri="{FF2B5EF4-FFF2-40B4-BE49-F238E27FC236}">
                <a16:creationId xmlns:a16="http://schemas.microsoft.com/office/drawing/2014/main" id="{5A420BC7-7312-4E2F-A6B1-4E3F4EF5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7905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1">
                <a:solidFill>
                  <a:srgbClr val="39788B"/>
                </a:solidFill>
                <a:latin typeface="Lato"/>
                <a:ea typeface="Lato"/>
                <a:cs typeface="Lato"/>
              </a:defRPr>
            </a:defPPr>
            <a:lvl1pPr>
              <a:defRPr sz="1500" b="1">
                <a:solidFill>
                  <a:srgbClr val="39788B"/>
                </a:solidFill>
                <a:latin typeface="Lato"/>
                <a:ea typeface="Lato"/>
                <a:cs typeface="Lato"/>
              </a:defRPr>
            </a:lvl1pPr>
            <a:lvl2pPr>
              <a:defRPr sz="1500" b="1">
                <a:solidFill>
                  <a:srgbClr val="39788B"/>
                </a:solidFill>
                <a:latin typeface="Lato"/>
                <a:ea typeface="Lato"/>
                <a:cs typeface="Lato"/>
              </a:defRPr>
            </a:lvl2pPr>
            <a:lvl3pPr>
              <a:defRPr sz="1500" b="1">
                <a:solidFill>
                  <a:srgbClr val="39788B"/>
                </a:solidFill>
                <a:latin typeface="Lato"/>
                <a:ea typeface="Lato"/>
                <a:cs typeface="Lato"/>
              </a:defRPr>
            </a:lvl3pPr>
            <a:lvl4pPr>
              <a:defRPr sz="1500" b="1">
                <a:solidFill>
                  <a:srgbClr val="39788B"/>
                </a:solidFill>
                <a:latin typeface="Lato"/>
                <a:ea typeface="Lato"/>
                <a:cs typeface="Lato"/>
              </a:defRPr>
            </a:lvl4pPr>
            <a:lvl5pPr>
              <a:defRPr sz="1500" b="1">
                <a:solidFill>
                  <a:srgbClr val="39788B"/>
                </a:solidFill>
                <a:latin typeface="Lato"/>
                <a:ea typeface="Lato"/>
                <a:cs typeface="Lato"/>
              </a:defRPr>
            </a:lvl5pPr>
            <a:lvl6pPr>
              <a:defRPr sz="1500" b="1">
                <a:solidFill>
                  <a:srgbClr val="39788B"/>
                </a:solidFill>
                <a:latin typeface="Lato"/>
                <a:ea typeface="Lato"/>
                <a:cs typeface="Lato"/>
              </a:defRPr>
            </a:lvl6pPr>
            <a:lvl7pPr>
              <a:defRPr sz="1500" b="1">
                <a:solidFill>
                  <a:srgbClr val="39788B"/>
                </a:solidFill>
                <a:latin typeface="Lato"/>
                <a:ea typeface="Lato"/>
                <a:cs typeface="Lato"/>
              </a:defRPr>
            </a:lvl7pPr>
            <a:lvl8pPr>
              <a:defRPr sz="1500" b="1">
                <a:solidFill>
                  <a:srgbClr val="39788B"/>
                </a:solidFill>
                <a:latin typeface="Lato"/>
                <a:ea typeface="Lato"/>
                <a:cs typeface="Lato"/>
              </a:defRPr>
            </a:lvl8pPr>
            <a:lvl9pPr>
              <a:defRPr sz="1500" b="1">
                <a:solidFill>
                  <a:srgbClr val="39788B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39788B"/>
                </a:solidFill>
                <a:latin typeface="Lato"/>
                <a:ea typeface="Lato"/>
                <a:cs typeface="Lato"/>
              </a:defRPr>
            </a:pPr>
            <a:r>
              <a:rPr sz="1500" b="1" u="sng">
                <a:solidFill>
                  <a:srgbClr val="39788B"/>
                </a:solidFill>
                <a:latin typeface="Lato"/>
                <a:ea typeface="Lato"/>
                <a:cs typeface="Lato"/>
                <a:hlinkClick xmlns:r="http://schemas.openxmlformats.org/officeDocument/2006/relationships" r:id="Rc0de1fcea9734331"/>
              </a:rPr>
              <a:t>GitHub repository</a:t>
            </a:r>
          </a:p>
        </p:txBody>
      </p:sp>
    </p:spTree>
    <p:extLst>
      <p:ext uri="{BB962C8B-B14F-4D97-AF65-F5344CB8AC3E}">
        <p14:creationId xmlns:p14="http://schemas.microsoft.com/office/powerpoint/2010/main" val="10584248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2026-10-23T10:39:21.6520000Z</dcterms:created>
  <dcterms:modified xsi:type="dcterms:W3CDTF">2026-10-23T10:39:21.6520000Z</dcterms:modified>
</coreProperties>
</file>